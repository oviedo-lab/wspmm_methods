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.xml"/><Relationship Id="rId18" Type="http://schemas.openxmlformats.org/officeDocument/2006/relationships/customXml" Target="../ink/ink4.xml"/><Relationship Id="rId26" Type="http://schemas.openxmlformats.org/officeDocument/2006/relationships/image" Target="../media/image17.png"/><Relationship Id="rId39" Type="http://schemas.openxmlformats.org/officeDocument/2006/relationships/image" Target="../media/image23.png"/><Relationship Id="rId21" Type="http://schemas.openxmlformats.org/officeDocument/2006/relationships/customXml" Target="../ink/ink6.xml"/><Relationship Id="rId34" Type="http://schemas.openxmlformats.org/officeDocument/2006/relationships/customXml" Target="../ink/ink13.xml"/><Relationship Id="rId42" Type="http://schemas.openxmlformats.org/officeDocument/2006/relationships/image" Target="../media/image25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4.png"/><Relationship Id="rId29" Type="http://schemas.openxmlformats.org/officeDocument/2006/relationships/customXml" Target="../ink/ink10.xml"/><Relationship Id="rId41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6.png"/><Relationship Id="rId32" Type="http://schemas.openxmlformats.org/officeDocument/2006/relationships/customXml" Target="../ink/ink12.xml"/><Relationship Id="rId37" Type="http://schemas.openxmlformats.org/officeDocument/2006/relationships/image" Target="../media/image22.png"/><Relationship Id="rId40" Type="http://schemas.openxmlformats.org/officeDocument/2006/relationships/customXml" Target="../ink/ink16.xml"/><Relationship Id="rId5" Type="http://schemas.openxmlformats.org/officeDocument/2006/relationships/image" Target="../media/image4.png"/><Relationship Id="rId15" Type="http://schemas.openxmlformats.org/officeDocument/2006/relationships/customXml" Target="../ink/ink2.xml"/><Relationship Id="rId23" Type="http://schemas.openxmlformats.org/officeDocument/2006/relationships/customXml" Target="../ink/ink7.xml"/><Relationship Id="rId28" Type="http://schemas.openxmlformats.org/officeDocument/2006/relationships/image" Target="../media/image18.png"/><Relationship Id="rId36" Type="http://schemas.openxmlformats.org/officeDocument/2006/relationships/customXml" Target="../ink/ink14.xml"/><Relationship Id="rId10" Type="http://schemas.openxmlformats.org/officeDocument/2006/relationships/image" Target="../media/image9.png"/><Relationship Id="rId19" Type="http://schemas.openxmlformats.org/officeDocument/2006/relationships/customXml" Target="../ink/ink5.xml"/><Relationship Id="rId31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png"/><Relationship Id="rId22" Type="http://schemas.openxmlformats.org/officeDocument/2006/relationships/image" Target="../media/image15.png"/><Relationship Id="rId27" Type="http://schemas.openxmlformats.org/officeDocument/2006/relationships/customXml" Target="../ink/ink9.xml"/><Relationship Id="rId30" Type="http://schemas.openxmlformats.org/officeDocument/2006/relationships/customXml" Target="../ink/ink11.xml"/><Relationship Id="rId35" Type="http://schemas.openxmlformats.org/officeDocument/2006/relationships/image" Target="../media/image21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customXml" Target="../ink/ink3.xml"/><Relationship Id="rId25" Type="http://schemas.openxmlformats.org/officeDocument/2006/relationships/customXml" Target="../ink/ink8.xml"/><Relationship Id="rId33" Type="http://schemas.openxmlformats.org/officeDocument/2006/relationships/image" Target="../media/image20.png"/><Relationship Id="rId38" Type="http://schemas.openxmlformats.org/officeDocument/2006/relationships/customXml" Target="../ink/ink15.xml"/></Relationships>
</file>